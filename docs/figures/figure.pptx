
<file path=[Content_Types].xml><?xml version="1.0" encoding="utf-8"?>
<Types xmlns="http://schemas.openxmlformats.org/package/2006/content-types"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8" r:id="rId11"/>
    <p:sldId id="265" r:id="rId12"/>
    <p:sldId id="266" r:id="rId13"/>
    <p:sldId id="263" r:id="rId14"/>
    <p:sldId id="267" r:id="rId15"/>
    <p:sldId id="270" r:id="rId16"/>
    <p:sldId id="274" r:id="rId17"/>
    <p:sldId id="275" r:id="rId18"/>
    <p:sldId id="276" r:id="rId19"/>
    <p:sldId id="271" r:id="rId20"/>
    <p:sldId id="272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6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image" Target="../media/image17.png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6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image" Target="../media/image33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image" Target="../media/image34.tiff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2105660" y="292735"/>
            <a:ext cx="7941310" cy="6144895"/>
            <a:chOff x="3316" y="461"/>
            <a:chExt cx="12506" cy="9677"/>
          </a:xfrm>
        </p:grpSpPr>
        <p:pic>
          <p:nvPicPr>
            <p:cNvPr id="4" name="图片 3" descr="截屏2026-03-16 19.26.47"/>
            <p:cNvPicPr>
              <a:picLocks noChangeAspect="1"/>
            </p:cNvPicPr>
            <p:nvPr/>
          </p:nvPicPr>
          <p:blipFill>
            <a:blip r:embed="rId1"/>
            <a:srcRect b="15912"/>
            <a:stretch>
              <a:fillRect/>
            </a:stretch>
          </p:blipFill>
          <p:spPr>
            <a:xfrm rot="16200000">
              <a:off x="566" y="3280"/>
              <a:ext cx="9016" cy="3378"/>
            </a:xfrm>
            <a:prstGeom prst="rect">
              <a:avLst/>
            </a:prstGeom>
          </p:spPr>
        </p:pic>
        <p:grpSp>
          <p:nvGrpSpPr>
            <p:cNvPr id="20" name="组合 19"/>
            <p:cNvGrpSpPr/>
            <p:nvPr/>
          </p:nvGrpSpPr>
          <p:grpSpPr>
            <a:xfrm rot="16200000">
              <a:off x="5578" y="3701"/>
              <a:ext cx="7659" cy="3116"/>
              <a:chOff x="11220" y="1739"/>
              <a:chExt cx="7659" cy="3116"/>
            </a:xfrm>
          </p:grpSpPr>
          <p:pic>
            <p:nvPicPr>
              <p:cNvPr id="6" name="图片 5" descr="截屏2026-03-16 19.30.28"/>
              <p:cNvPicPr>
                <a:picLocks noChangeAspect="1"/>
              </p:cNvPicPr>
              <p:nvPr/>
            </p:nvPicPr>
            <p:blipFill>
              <a:blip r:embed="rId2"/>
              <a:srcRect r="1122"/>
              <a:stretch>
                <a:fillRect/>
              </a:stretch>
            </p:blipFill>
            <p:spPr>
              <a:xfrm>
                <a:off x="12162" y="1739"/>
                <a:ext cx="5465" cy="3117"/>
              </a:xfrm>
              <a:prstGeom prst="rect">
                <a:avLst/>
              </a:prstGeom>
            </p:spPr>
          </p:pic>
          <p:sp>
            <p:nvSpPr>
              <p:cNvPr id="5" name="文本框 4"/>
              <p:cNvSpPr txBox="1"/>
              <p:nvPr/>
            </p:nvSpPr>
            <p:spPr>
              <a:xfrm>
                <a:off x="17587" y="2875"/>
                <a:ext cx="129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>
                    <a:solidFill>
                      <a:srgbClr val="0070C0"/>
                    </a:solidFill>
                    <a:latin typeface="Arial" panose="020B0604020202090204" pitchFamily="34" charset="0"/>
                    <a:ea typeface="微软雅黑" charset="0"/>
                    <a:cs typeface="Arial" panose="020B0604020202090204" pitchFamily="34" charset="0"/>
                  </a:rPr>
                  <a:t>LgBit</a:t>
                </a:r>
                <a:endParaRPr lang="en-US" altLang="zh-CN" b="1">
                  <a:solidFill>
                    <a:srgbClr val="0070C0"/>
                  </a:solidFill>
                  <a:latin typeface="Arial" panose="020B0604020202090204" pitchFamily="34" charset="0"/>
                  <a:ea typeface="微软雅黑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1220" y="3139"/>
                <a:ext cx="145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b="1">
                    <a:solidFill>
                      <a:srgbClr val="C00000"/>
                    </a:solidFill>
                    <a:latin typeface="Arial" panose="020B0604020202090204" pitchFamily="34" charset="0"/>
                    <a:ea typeface="微软雅黑" charset="0"/>
                    <a:cs typeface="Arial" panose="020B0604020202090204" pitchFamily="34" charset="0"/>
                    <a:sym typeface="+mn-ea"/>
                  </a:rPr>
                  <a:t>SmBit</a:t>
                </a:r>
                <a:endParaRPr lang="en-US" altLang="zh-CN" b="1">
                  <a:solidFill>
                    <a:srgbClr val="C00000"/>
                  </a:solidFill>
                  <a:latin typeface="Arial" panose="020B0604020202090204" pitchFamily="34" charset="0"/>
                  <a:ea typeface="微软雅黑" charset="0"/>
                  <a:cs typeface="Arial" panose="020B0604020202090204" pitchFamily="34" charset="0"/>
                  <a:sym typeface="+mn-ea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rot="16200000">
              <a:off x="9704" y="3306"/>
              <a:ext cx="8369" cy="3868"/>
              <a:chOff x="10364" y="6635"/>
              <a:chExt cx="8369" cy="3868"/>
            </a:xfrm>
          </p:grpSpPr>
          <p:pic>
            <p:nvPicPr>
              <p:cNvPr id="11" name="图片 10" descr="截屏2026-03-23 08.43.2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55" y="6635"/>
                <a:ext cx="8278" cy="3868"/>
              </a:xfrm>
              <a:prstGeom prst="rect">
                <a:avLst/>
              </a:prstGeom>
            </p:spPr>
          </p:pic>
          <p:sp>
            <p:nvSpPr>
              <p:cNvPr id="14" name="矩形 13"/>
              <p:cNvSpPr/>
              <p:nvPr/>
            </p:nvSpPr>
            <p:spPr>
              <a:xfrm rot="18900000">
                <a:off x="10364" y="6895"/>
                <a:ext cx="667" cy="4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0673" y="6878"/>
                <a:ext cx="409" cy="2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0615" y="6730"/>
                <a:ext cx="598" cy="4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p>
                <a:pPr algn="r"/>
                <a:r>
                  <a:rPr lang="en-US" altLang="zh-CN" sz="1300">
                    <a:latin typeface="Bangla Sangam MN Regular" panose="02000000000000000000" charset="0"/>
                    <a:cs typeface="Bangla Sangam MN Regular" panose="02000000000000000000" charset="0"/>
                  </a:rPr>
                  <a:t>Pr</a:t>
                </a:r>
                <a:endParaRPr lang="en-US" altLang="zh-CN" sz="1300">
                  <a:latin typeface="Bangla Sangam MN Regular" panose="02000000000000000000" charset="0"/>
                  <a:cs typeface="Bangla Sangam MN Regular" panose="02000000000000000000" charset="0"/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 rot="16200000">
              <a:off x="3250" y="95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A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 rot="16200000">
              <a:off x="11545" y="95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C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 rot="16200000">
              <a:off x="7474" y="95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B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51224 core hp q 5ml for core 001 001"/>
          <p:cNvPicPr>
            <a:picLocks noChangeAspect="1"/>
          </p:cNvPicPr>
          <p:nvPr/>
        </p:nvPicPr>
        <p:blipFill>
          <a:blip r:embed="rId1"/>
          <a:srcRect r="5030" b="9443"/>
          <a:stretch>
            <a:fillRect/>
          </a:stretch>
        </p:blipFill>
        <p:spPr>
          <a:xfrm>
            <a:off x="1344295" y="307975"/>
            <a:ext cx="8497570" cy="3382010"/>
          </a:xfrm>
          <a:prstGeom prst="rect">
            <a:avLst/>
          </a:prstGeom>
        </p:spPr>
      </p:pic>
      <p:pic>
        <p:nvPicPr>
          <p:cNvPr id="3" name="图片 2" descr="截屏2026-05-15 12.11.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295" y="3775710"/>
            <a:ext cx="3501390" cy="2979420"/>
          </a:xfrm>
          <a:prstGeom prst="rect">
            <a:avLst/>
          </a:prstGeom>
        </p:spPr>
      </p:pic>
      <p:pic>
        <p:nvPicPr>
          <p:cNvPr id="4" name="图片 3" descr="截屏2026-05-15 12.12.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990" y="3803015"/>
            <a:ext cx="3413171" cy="2952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24890" y="10858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A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24890" y="372745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B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316220" y="372745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C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截屏2026-05-15 12.36.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635" y="615315"/>
            <a:ext cx="3657491" cy="2880000"/>
          </a:xfrm>
          <a:prstGeom prst="rect">
            <a:avLst/>
          </a:prstGeom>
        </p:spPr>
      </p:pic>
      <p:pic>
        <p:nvPicPr>
          <p:cNvPr id="5" name="图片 4" descr="截屏2026-05-15 12.35.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510" y="615315"/>
            <a:ext cx="3641780" cy="2880000"/>
          </a:xfrm>
          <a:prstGeom prst="rect">
            <a:avLst/>
          </a:prstGeom>
        </p:spPr>
      </p:pic>
      <p:pic>
        <p:nvPicPr>
          <p:cNvPr id="6" name="图片 5" descr="截屏2026-05-15 12.42.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320" y="3634740"/>
            <a:ext cx="3683635" cy="2664460"/>
          </a:xfrm>
          <a:prstGeom prst="rect">
            <a:avLst/>
          </a:prstGeom>
        </p:spPr>
      </p:pic>
      <p:pic>
        <p:nvPicPr>
          <p:cNvPr id="7" name="图片 6" descr="截屏2026-05-15 12.42.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630" y="3634740"/>
            <a:ext cx="4496519" cy="2664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25550" y="54864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A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06795" y="54864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B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25550" y="349504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C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06795" y="349504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D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20260114 strepXT Q 1ml"/>
          <p:cNvPicPr>
            <a:picLocks noChangeAspect="1"/>
          </p:cNvPicPr>
          <p:nvPr/>
        </p:nvPicPr>
        <p:blipFill>
          <a:blip r:embed="rId1"/>
          <a:srcRect r="38646" b="34825"/>
          <a:stretch>
            <a:fillRect/>
          </a:stretch>
        </p:blipFill>
        <p:spPr>
          <a:xfrm>
            <a:off x="6035675" y="570230"/>
            <a:ext cx="4940464" cy="2952000"/>
          </a:xfrm>
          <a:prstGeom prst="rect">
            <a:avLst/>
          </a:prstGeom>
        </p:spPr>
      </p:pic>
      <p:pic>
        <p:nvPicPr>
          <p:cNvPr id="2" name="图片 1" descr="截屏2026-05-15 13.02.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5" y="3790315"/>
            <a:ext cx="3353125" cy="2952000"/>
          </a:xfrm>
          <a:prstGeom prst="rect">
            <a:avLst/>
          </a:prstGeom>
        </p:spPr>
      </p:pic>
      <p:pic>
        <p:nvPicPr>
          <p:cNvPr id="3" name="图片 2" descr="截屏2026-05-15 13.01.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370" y="3790315"/>
            <a:ext cx="2486399" cy="2952000"/>
          </a:xfrm>
          <a:prstGeom prst="rect">
            <a:avLst/>
          </a:prstGeom>
        </p:spPr>
      </p:pic>
      <p:pic>
        <p:nvPicPr>
          <p:cNvPr id="4" name="图片 3" descr="截屏2026-05-15 13.00.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405" y="441325"/>
            <a:ext cx="2232025" cy="32092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85645" y="36512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A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71490" y="36512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B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85645" y="365061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C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71490" y="365061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D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截屏2026-05-15 13.30.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210" y="2051050"/>
            <a:ext cx="4260659" cy="324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68705" y="171386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A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68695" y="171386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B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4" name="图片 3" descr="截屏2026-05-15 14.38.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00" y="2107565"/>
            <a:ext cx="4314461" cy="2952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" name="组合 19"/>
          <p:cNvGrpSpPr/>
          <p:nvPr/>
        </p:nvGrpSpPr>
        <p:grpSpPr>
          <a:xfrm>
            <a:off x="3963670" y="1910715"/>
            <a:ext cx="3438525" cy="598805"/>
            <a:chOff x="3313" y="2940"/>
            <a:chExt cx="5415" cy="943"/>
          </a:xfrm>
        </p:grpSpPr>
        <p:sp>
          <p:nvSpPr>
            <p:cNvPr id="28" name="文本框 27"/>
            <p:cNvSpPr txBox="1"/>
            <p:nvPr>
              <p:custDataLst>
                <p:tags r:id="rId1"/>
              </p:custDataLst>
            </p:nvPr>
          </p:nvSpPr>
          <p:spPr>
            <a:xfrm rot="18900000">
              <a:off x="3313" y="3052"/>
              <a:ext cx="317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Times New Roman" panose="02020503050405090304" charset="0"/>
                  <a:cs typeface="Times New Roman" panose="02020503050405090304" charset="0"/>
                </a:rPr>
                <a:t>load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(10ul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 in 15ml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)</a:t>
              </a:r>
              <a:endParaRPr lang="en-US" altLang="zh-CN" sz="160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2"/>
              </p:custDataLst>
            </p:nvPr>
          </p:nvSpPr>
          <p:spPr>
            <a:xfrm rot="18960000">
              <a:off x="3887" y="3228"/>
              <a:ext cx="268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Times New Roman" panose="02020503050405090304" charset="0"/>
                  <a:cs typeface="Times New Roman" panose="02020503050405090304" charset="0"/>
                </a:rPr>
                <a:t>FT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(10ul 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in 15ml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)</a:t>
              </a:r>
              <a:endParaRPr lang="en-US" altLang="zh-CN" sz="160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3"/>
              </p:custDataLst>
            </p:nvPr>
          </p:nvSpPr>
          <p:spPr>
            <a:xfrm rot="18960000">
              <a:off x="4427" y="3352"/>
              <a:ext cx="245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Times New Roman" panose="02020503050405090304" charset="0"/>
                  <a:cs typeface="Times New Roman" panose="02020503050405090304" charset="0"/>
                </a:rPr>
                <a:t>W1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(10ul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 in 5ml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)</a:t>
              </a:r>
              <a:endParaRPr lang="en-US" altLang="zh-CN" sz="160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4"/>
              </p:custDataLst>
            </p:nvPr>
          </p:nvSpPr>
          <p:spPr>
            <a:xfrm rot="18960000">
              <a:off x="4830" y="3190"/>
              <a:ext cx="291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Times New Roman" panose="02020503050405090304" charset="0"/>
                  <a:cs typeface="Times New Roman" panose="02020503050405090304" charset="0"/>
                </a:rPr>
                <a:t>W2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</a:rPr>
                <a:t> (10ul in 5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</a:rPr>
                <a:t>ml)</a:t>
              </a:r>
              <a:endParaRPr lang="en-US" altLang="zh-CN" sz="160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5"/>
              </p:custDataLst>
            </p:nvPr>
          </p:nvSpPr>
          <p:spPr>
            <a:xfrm rot="18960000">
              <a:off x="5275" y="2940"/>
              <a:ext cx="345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Times New Roman" panose="02020503050405090304" charset="0"/>
                  <a:cs typeface="Times New Roman" panose="02020503050405090304" charset="0"/>
                </a:rPr>
                <a:t>Eluate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</a:rPr>
                <a:t> </a:t>
              </a:r>
              <a:r>
                <a:rPr lang="en-US" altLang="zh-CN" sz="160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(10ul in 1ml)</a:t>
              </a:r>
              <a:endParaRPr lang="en-US" altLang="zh-CN" sz="160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</p:grpSp>
      <p:pic>
        <p:nvPicPr>
          <p:cNvPr id="6" name="图片 5" descr="20260128 CBB purification of IgG D4 E1"/>
          <p:cNvPicPr>
            <a:picLocks noChangeAspect="1"/>
          </p:cNvPicPr>
          <p:nvPr/>
        </p:nvPicPr>
        <p:blipFill>
          <a:blip r:embed="rId6"/>
          <a:srcRect l="154" t="10527" r="47671" b="3087"/>
          <a:stretch>
            <a:fillRect/>
          </a:stretch>
        </p:blipFill>
        <p:spPr>
          <a:xfrm>
            <a:off x="3162300" y="2955290"/>
            <a:ext cx="2588260" cy="35280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12" name="组合 11"/>
          <p:cNvGrpSpPr/>
          <p:nvPr/>
        </p:nvGrpSpPr>
        <p:grpSpPr>
          <a:xfrm>
            <a:off x="3726180" y="3851275"/>
            <a:ext cx="855345" cy="2350770"/>
            <a:chOff x="1486" y="4897"/>
            <a:chExt cx="1347" cy="3702"/>
          </a:xfrm>
        </p:grpSpPr>
        <p:sp>
          <p:nvSpPr>
            <p:cNvPr id="56" name="文本框 55"/>
            <p:cNvSpPr txBox="1"/>
            <p:nvPr/>
          </p:nvSpPr>
          <p:spPr>
            <a:xfrm>
              <a:off x="1504" y="4897"/>
              <a:ext cx="1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rPr>
                <a:t>126</a:t>
              </a:r>
              <a:endParaRPr lang="en-US" altLang="zh-CN" sz="140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03" y="5563"/>
              <a:ext cx="1237" cy="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1400"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rPr>
                <a:t>66.2</a:t>
              </a:r>
              <a:endParaRPr lang="en-US" altLang="zh-CN" sz="140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95" y="6236"/>
              <a:ext cx="90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rPr>
                <a:t>43</a:t>
              </a:r>
              <a:endParaRPr lang="en-US" altLang="zh-CN" sz="140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503" y="7235"/>
              <a:ext cx="90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rPr>
                <a:t>23.2</a:t>
              </a:r>
              <a:endParaRPr lang="en-US" altLang="zh-CN" sz="140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90" y="7742"/>
              <a:ext cx="90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rPr>
                <a:t>17.1</a:t>
              </a:r>
              <a:endParaRPr lang="en-US" altLang="zh-CN" sz="140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486" y="8116"/>
              <a:ext cx="90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rPr>
                <a:t>14.3</a:t>
              </a:r>
              <a:endParaRPr lang="en-US" altLang="zh-CN" sz="140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96" y="5223"/>
              <a:ext cx="1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rPr>
                <a:t>97</a:t>
              </a:r>
              <a:endParaRPr lang="en-US" altLang="zh-CN" sz="140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516" y="6622"/>
              <a:ext cx="1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rPr>
                <a:t>36.5</a:t>
              </a:r>
              <a:endParaRPr lang="en-US" altLang="zh-CN" sz="140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>
          <a:xfrm>
            <a:off x="2722640" y="4726940"/>
            <a:ext cx="3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782445" y="4583430"/>
            <a:ext cx="9309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600">
                <a:sym typeface="+mn-ea"/>
              </a:rPr>
              <a:t>HC</a:t>
            </a:r>
            <a:endParaRPr lang="en-US" altLang="zh-CN" sz="1600"/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 rot="18780000">
            <a:off x="3002280" y="1924050"/>
            <a:ext cx="2132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503050405090304" charset="0"/>
                <a:cs typeface="Times New Roman" panose="02020503050405090304" charset="0"/>
              </a:rPr>
              <a:t>Eluate</a:t>
            </a: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 (10ul in 1</a:t>
            </a: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ml)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4398010" y="1419860"/>
            <a:ext cx="360000" cy="88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3886200" y="827405"/>
            <a:ext cx="1403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+ 1</a:t>
            </a: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ul DTT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  <a:p>
            <a:pPr algn="ctr"/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65</a:t>
            </a: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  <a:sym typeface="+mn-ea"/>
              </a:rPr>
              <a:t>℃ </a:t>
            </a: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  <a:sym typeface="+mn-ea"/>
              </a:rPr>
              <a:t>10min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2722640" y="5313680"/>
            <a:ext cx="3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776095" y="5170170"/>
            <a:ext cx="9309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600">
                <a:sym typeface="+mn-ea"/>
              </a:rPr>
              <a:t>LC</a:t>
            </a:r>
            <a:endParaRPr lang="en-US" altLang="zh-CN" sz="1600"/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5857875" y="3798570"/>
            <a:ext cx="3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229985" y="3630295"/>
            <a:ext cx="9309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I</a:t>
            </a:r>
            <a:r>
              <a:rPr lang="en-US" altLang="zh-CN" sz="1600">
                <a:sym typeface="+mn-ea"/>
              </a:rPr>
              <a:t>gG</a:t>
            </a:r>
            <a:endParaRPr lang="en-US" altLang="zh-CN" sz="1600"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5-15 13.52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475" y="2051050"/>
            <a:ext cx="4871655" cy="3240000"/>
          </a:xfrm>
          <a:prstGeom prst="rect">
            <a:avLst/>
          </a:prstGeom>
        </p:spPr>
      </p:pic>
      <p:pic>
        <p:nvPicPr>
          <p:cNvPr id="3" name="图片 2" descr="截屏2026-05-15 13.52.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00" y="2051050"/>
            <a:ext cx="4164043" cy="324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0545" y="171386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A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1713865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B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5-15 14.19.22"/>
          <p:cNvPicPr>
            <a:picLocks noChangeAspect="1"/>
          </p:cNvPicPr>
          <p:nvPr/>
        </p:nvPicPr>
        <p:blipFill>
          <a:blip r:embed="rId1"/>
          <a:srcRect t="2025"/>
          <a:stretch>
            <a:fillRect/>
          </a:stretch>
        </p:blipFill>
        <p:spPr>
          <a:xfrm>
            <a:off x="1483995" y="548640"/>
            <a:ext cx="3725464" cy="2880000"/>
          </a:xfrm>
          <a:prstGeom prst="rect">
            <a:avLst/>
          </a:prstGeom>
        </p:spPr>
      </p:pic>
      <p:pic>
        <p:nvPicPr>
          <p:cNvPr id="3" name="图片 2" descr="截屏2026-05-15 14.42.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10" y="615315"/>
            <a:ext cx="3740964" cy="2700000"/>
          </a:xfrm>
          <a:prstGeom prst="rect">
            <a:avLst/>
          </a:prstGeom>
        </p:spPr>
      </p:pic>
      <p:pic>
        <p:nvPicPr>
          <p:cNvPr id="4" name="图片 3" descr="截屏2026-05-15 14.42.54"/>
          <p:cNvPicPr>
            <a:picLocks noChangeAspect="1"/>
          </p:cNvPicPr>
          <p:nvPr/>
        </p:nvPicPr>
        <p:blipFill>
          <a:blip r:embed="rId3"/>
          <a:srcRect t="2900"/>
          <a:stretch>
            <a:fillRect/>
          </a:stretch>
        </p:blipFill>
        <p:spPr>
          <a:xfrm>
            <a:off x="1483995" y="3832225"/>
            <a:ext cx="5159761" cy="2880000"/>
          </a:xfrm>
          <a:prstGeom prst="rect">
            <a:avLst/>
          </a:prstGeom>
        </p:spPr>
      </p:pic>
      <p:pic>
        <p:nvPicPr>
          <p:cNvPr id="5" name="图片 4" descr="截屏2026-05-15 14.42.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265" y="3842385"/>
            <a:ext cx="3511111" cy="270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62990" y="27813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A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07835" y="27813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B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2990" y="349504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C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07835" y="349504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D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603375" y="2075815"/>
            <a:ext cx="2981325" cy="391160"/>
            <a:chOff x="2277" y="1958"/>
            <a:chExt cx="4695" cy="616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4298" y="2269"/>
              <a:ext cx="1631" cy="7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>
              <p:custDataLst>
                <p:tags r:id="rId1"/>
              </p:custDataLst>
            </p:nvPr>
          </p:nvSpPr>
          <p:spPr>
            <a:xfrm>
              <a:off x="2277" y="1958"/>
              <a:ext cx="2417" cy="60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HBVCp182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2"/>
              </p:custDataLst>
            </p:nvPr>
          </p:nvSpPr>
          <p:spPr>
            <a:xfrm>
              <a:off x="5408" y="1970"/>
              <a:ext cx="1564" cy="605"/>
            </a:xfrm>
            <a:prstGeom prst="rect">
              <a:avLst/>
            </a:prstGeom>
            <a:solidFill>
              <a:srgbClr val="FB7D79"/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SmB</a:t>
              </a:r>
              <a:r>
                <a:rPr lang="en-US" altLang="zh-CN">
                  <a:latin typeface="微软雅黑" charset="0"/>
                  <a:ea typeface="微软雅黑" charset="0"/>
                </a:rPr>
                <a:t>it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085215" y="2068830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</a:rPr>
              <a:t>1:</a:t>
            </a:r>
            <a:endParaRPr lang="en-US" altLang="zh-CN" sz="2000">
              <a:latin typeface="Arial" panose="020B0604020202090204" pitchFamily="34" charset="0"/>
              <a:ea typeface="微软雅黑" charset="0"/>
              <a:cs typeface="Arial" panose="020B060402020209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70755" y="2083435"/>
            <a:ext cx="162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b="1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  <a:sym typeface="+mn-ea"/>
              </a:rPr>
              <a:t>22.33 kDa</a:t>
            </a:r>
            <a:endParaRPr lang="en-US" altLang="zh-CN" b="1">
              <a:latin typeface="Arial" panose="020B0604020202090204" pitchFamily="34" charset="0"/>
              <a:ea typeface="微软雅黑" charset="0"/>
              <a:cs typeface="Arial" panose="020B0604020202090204" pitchFamily="34" charset="0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03375" y="2787015"/>
            <a:ext cx="8075930" cy="396240"/>
            <a:chOff x="2277" y="3082"/>
            <a:chExt cx="12718" cy="624"/>
          </a:xfrm>
        </p:grpSpPr>
        <p:cxnSp>
          <p:nvCxnSpPr>
            <p:cNvPr id="38" name="直接连接符 37"/>
            <p:cNvCxnSpPr/>
            <p:nvPr/>
          </p:nvCxnSpPr>
          <p:spPr>
            <a:xfrm>
              <a:off x="3063" y="3377"/>
              <a:ext cx="11339" cy="7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>
              <p:custDataLst>
                <p:tags r:id="rId3"/>
              </p:custDataLst>
            </p:nvPr>
          </p:nvSpPr>
          <p:spPr>
            <a:xfrm>
              <a:off x="2277" y="3096"/>
              <a:ext cx="1223" cy="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微软雅黑" charset="0"/>
                  <a:ea typeface="微软雅黑" charset="0"/>
                </a:rPr>
                <a:t>GST</a:t>
              </a:r>
              <a:endParaRPr lang="en-US" altLang="zh-CN">
                <a:solidFill>
                  <a:schemeClr val="tx1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48" name="矩形 47"/>
            <p:cNvSpPr/>
            <p:nvPr>
              <p:custDataLst>
                <p:tags r:id="rId4"/>
              </p:custDataLst>
            </p:nvPr>
          </p:nvSpPr>
          <p:spPr>
            <a:xfrm>
              <a:off x="4179" y="3102"/>
              <a:ext cx="2213" cy="6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LgBit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5"/>
              </p:custDataLst>
            </p:nvPr>
          </p:nvSpPr>
          <p:spPr>
            <a:xfrm>
              <a:off x="10542" y="3101"/>
              <a:ext cx="1564" cy="60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foldon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6"/>
              </p:custDataLst>
            </p:nvPr>
          </p:nvSpPr>
          <p:spPr>
            <a:xfrm>
              <a:off x="12785" y="3082"/>
              <a:ext cx="2211" cy="60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strep-His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7"/>
              </p:custDataLst>
            </p:nvPr>
          </p:nvSpPr>
          <p:spPr>
            <a:xfrm>
              <a:off x="7071" y="3102"/>
              <a:ext cx="2792" cy="60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preS_87-114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603375" y="4235450"/>
            <a:ext cx="2200910" cy="389255"/>
            <a:chOff x="2277" y="5363"/>
            <a:chExt cx="3466" cy="613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3065" y="5711"/>
              <a:ext cx="2268" cy="7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>
              <p:custDataLst>
                <p:tags r:id="rId8"/>
              </p:custDataLst>
            </p:nvPr>
          </p:nvSpPr>
          <p:spPr>
            <a:xfrm>
              <a:off x="2277" y="5372"/>
              <a:ext cx="1223" cy="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微软雅黑" charset="0"/>
                  <a:ea typeface="微软雅黑" charset="0"/>
                </a:rPr>
                <a:t>GST</a:t>
              </a:r>
              <a:endParaRPr lang="en-US" altLang="zh-CN">
                <a:solidFill>
                  <a:schemeClr val="tx1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9"/>
              </p:custDataLst>
            </p:nvPr>
          </p:nvSpPr>
          <p:spPr>
            <a:xfrm>
              <a:off x="4179" y="5363"/>
              <a:ext cx="1564" cy="605"/>
            </a:xfrm>
            <a:prstGeom prst="rect">
              <a:avLst/>
            </a:prstGeom>
            <a:solidFill>
              <a:srgbClr val="FB7D79"/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SmB</a:t>
              </a:r>
              <a:r>
                <a:rPr lang="en-US" altLang="zh-CN">
                  <a:latin typeface="微软雅黑" charset="0"/>
                  <a:ea typeface="微软雅黑" charset="0"/>
                </a:rPr>
                <a:t>it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03375" y="3518535"/>
            <a:ext cx="5968365" cy="394335"/>
            <a:chOff x="2277" y="4234"/>
            <a:chExt cx="9399" cy="621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3063" y="4545"/>
              <a:ext cx="7767" cy="7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>
              <p:custDataLst>
                <p:tags r:id="rId10"/>
              </p:custDataLst>
            </p:nvPr>
          </p:nvSpPr>
          <p:spPr>
            <a:xfrm>
              <a:off x="2277" y="4234"/>
              <a:ext cx="1223" cy="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微软雅黑" charset="0"/>
                  <a:ea typeface="微软雅黑" charset="0"/>
                </a:rPr>
                <a:t>GST</a:t>
              </a:r>
              <a:endParaRPr lang="en-US" altLang="zh-CN">
                <a:solidFill>
                  <a:schemeClr val="tx1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11"/>
              </p:custDataLst>
            </p:nvPr>
          </p:nvSpPr>
          <p:spPr>
            <a:xfrm>
              <a:off x="9322" y="4234"/>
              <a:ext cx="2355" cy="60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strep-His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7074" y="4234"/>
              <a:ext cx="1564" cy="60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foldon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13"/>
              </p:custDataLst>
            </p:nvPr>
          </p:nvSpPr>
          <p:spPr>
            <a:xfrm>
              <a:off x="4179" y="4251"/>
              <a:ext cx="2211" cy="6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LgB</a:t>
              </a:r>
              <a:r>
                <a:rPr lang="en-US" altLang="zh-CN">
                  <a:latin typeface="微软雅黑" charset="0"/>
                  <a:ea typeface="微软雅黑" charset="0"/>
                </a:rPr>
                <a:t>it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085215" y="2778760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</a:rPr>
              <a:t>2:</a:t>
            </a:r>
            <a:endParaRPr lang="en-US" altLang="zh-CN" sz="2000">
              <a:latin typeface="Arial" panose="020B0604020202090204" pitchFamily="34" charset="0"/>
              <a:ea typeface="微软雅黑" charset="0"/>
              <a:cs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5215" y="3521075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</a:rPr>
              <a:t>3:</a:t>
            </a:r>
            <a:endParaRPr lang="en-US" altLang="zh-CN" sz="2000">
              <a:latin typeface="Arial" panose="020B0604020202090204" pitchFamily="34" charset="0"/>
              <a:ea typeface="微软雅黑" charset="0"/>
              <a:cs typeface="Arial" panose="020B060402020209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85215" y="4237990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</a:rPr>
              <a:t>4:</a:t>
            </a:r>
            <a:endParaRPr lang="en-US" altLang="zh-CN" sz="2000">
              <a:latin typeface="Arial" panose="020B0604020202090204" pitchFamily="34" charset="0"/>
              <a:ea typeface="微软雅黑" charset="0"/>
              <a:cs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57740" y="2791460"/>
            <a:ext cx="162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b="1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  <a:sym typeface="+mn-ea"/>
              </a:rPr>
              <a:t>55.15 kDa</a:t>
            </a:r>
            <a:endParaRPr lang="en-US" altLang="zh-CN" b="1">
              <a:latin typeface="Arial" panose="020B0604020202090204" pitchFamily="34" charset="0"/>
              <a:ea typeface="微软雅黑" charset="0"/>
              <a:cs typeface="Arial" panose="020B060402020209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53350" y="3529330"/>
            <a:ext cx="162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b="1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  <a:sym typeface="+mn-ea"/>
              </a:rPr>
              <a:t>51.95</a:t>
            </a:r>
            <a:r>
              <a:rPr lang="en-US" altLang="zh-CN" b="1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  <a:sym typeface="+mn-ea"/>
              </a:rPr>
              <a:t> kDa</a:t>
            </a:r>
            <a:endParaRPr lang="en-US" altLang="zh-CN" b="1">
              <a:latin typeface="Arial" panose="020B0604020202090204" pitchFamily="34" charset="0"/>
              <a:ea typeface="微软雅黑" charset="0"/>
              <a:cs typeface="Arial" panose="020B060402020209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82085" y="4240530"/>
            <a:ext cx="162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  <a:sym typeface="+mn-ea"/>
              </a:rPr>
              <a:t>29.18 kDa</a:t>
            </a:r>
            <a:endParaRPr lang="en-US" altLang="zh-CN" b="1">
              <a:latin typeface="Arial" panose="020B0604020202090204" pitchFamily="34" charset="0"/>
              <a:ea typeface="微软雅黑" charset="0"/>
              <a:cs typeface="Arial" panose="020B0604020202090204" pitchFamily="34" charset="0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5-15 16.54.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035" y="1404620"/>
            <a:ext cx="9371965" cy="40493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20260323 LJQ001 Q 5ml"/>
          <p:cNvPicPr>
            <a:picLocks noChangeAspect="1"/>
          </p:cNvPicPr>
          <p:nvPr/>
        </p:nvPicPr>
        <p:blipFill>
          <a:blip r:embed="rId1"/>
          <a:srcRect r="6129"/>
          <a:stretch>
            <a:fillRect/>
          </a:stretch>
        </p:blipFill>
        <p:spPr>
          <a:xfrm rot="16200000">
            <a:off x="-777240" y="1973580"/>
            <a:ext cx="6547485" cy="2644775"/>
          </a:xfrm>
          <a:prstGeom prst="rect">
            <a:avLst/>
          </a:prstGeom>
        </p:spPr>
      </p:pic>
      <p:pic>
        <p:nvPicPr>
          <p:cNvPr id="2" name="图片 1" descr="截屏2026-05-15 17.10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570249" y="1722026"/>
            <a:ext cx="6354000" cy="3357877"/>
          </a:xfrm>
          <a:prstGeom prst="rect">
            <a:avLst/>
          </a:prstGeom>
        </p:spPr>
      </p:pic>
      <p:pic>
        <p:nvPicPr>
          <p:cNvPr id="3" name="图片 2" descr="截屏2026-05-15 17.09.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731770" y="1729740"/>
            <a:ext cx="6355080" cy="33413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 rot="16200000">
            <a:off x="751205" y="646049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A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 rot="16200000">
            <a:off x="7851775" y="646049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C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 rot="16200000">
            <a:off x="4027805" y="646049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B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Layout 1"/>
          <p:cNvPicPr>
            <a:picLocks noChangeAspect="1"/>
          </p:cNvPicPr>
          <p:nvPr/>
        </p:nvPicPr>
        <p:blipFill>
          <a:blip r:embed="rId1"/>
          <a:srcRect t="13922" b="4203"/>
          <a:stretch>
            <a:fillRect/>
          </a:stretch>
        </p:blipFill>
        <p:spPr>
          <a:xfrm>
            <a:off x="1564005" y="1889125"/>
            <a:ext cx="5020310" cy="30797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截屏2026-05-15 17.24.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645" y="1501140"/>
            <a:ext cx="3252515" cy="4464000"/>
          </a:xfrm>
          <a:prstGeom prst="rect">
            <a:avLst/>
          </a:prstGeom>
        </p:spPr>
      </p:pic>
      <p:pic>
        <p:nvPicPr>
          <p:cNvPr id="5" name="图片 4" descr="截屏2026-05-15 17.25.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685" y="1501140"/>
            <a:ext cx="4638217" cy="4464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46480" y="137668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A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17640" y="1376680"/>
            <a:ext cx="42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</a:rPr>
              <a:t>B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823595" y="1713865"/>
            <a:ext cx="10537825" cy="3282950"/>
            <a:chOff x="1297" y="2699"/>
            <a:chExt cx="16595" cy="5170"/>
          </a:xfrm>
        </p:grpSpPr>
        <p:pic>
          <p:nvPicPr>
            <p:cNvPr id="2" name="图片 1" descr="截屏2026-05-19 22.21.58"/>
            <p:cNvPicPr>
              <a:picLocks noChangeAspect="1"/>
            </p:cNvPicPr>
            <p:nvPr/>
          </p:nvPicPr>
          <p:blipFill>
            <a:blip r:embed="rId1"/>
            <a:srcRect t="3724"/>
            <a:stretch>
              <a:fillRect/>
            </a:stretch>
          </p:blipFill>
          <p:spPr>
            <a:xfrm>
              <a:off x="1960" y="3107"/>
              <a:ext cx="8153" cy="4762"/>
            </a:xfrm>
            <a:prstGeom prst="rect">
              <a:avLst/>
            </a:prstGeom>
          </p:spPr>
        </p:pic>
        <p:pic>
          <p:nvPicPr>
            <p:cNvPr id="3" name="图片 2" descr="截屏2026-05-19 22.22.0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18" y="3107"/>
              <a:ext cx="6675" cy="4762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297" y="2699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A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555" y="2699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B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组合 10"/>
          <p:cNvGrpSpPr/>
          <p:nvPr/>
        </p:nvGrpSpPr>
        <p:grpSpPr>
          <a:xfrm>
            <a:off x="695960" y="53975"/>
            <a:ext cx="8115300" cy="6828155"/>
            <a:chOff x="1096" y="85"/>
            <a:chExt cx="12780" cy="10753"/>
          </a:xfrm>
        </p:grpSpPr>
        <p:pic>
          <p:nvPicPr>
            <p:cNvPr id="3" name="图片 2" descr="1"/>
            <p:cNvPicPr>
              <a:picLocks noChangeAspect="1"/>
            </p:cNvPicPr>
            <p:nvPr/>
          </p:nvPicPr>
          <p:blipFill>
            <a:blip r:embed="rId1"/>
            <a:srcRect r="49423"/>
            <a:stretch>
              <a:fillRect/>
            </a:stretch>
          </p:blipFill>
          <p:spPr>
            <a:xfrm rot="16200000">
              <a:off x="4754" y="1623"/>
              <a:ext cx="5586" cy="1265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 rot="16200000">
              <a:off x="1030" y="102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A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 rot="16200000">
              <a:off x="9664" y="102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E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 rot="16200000">
              <a:off x="5347" y="102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C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 rot="16200000">
              <a:off x="1030" y="4673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B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 rot="16200000">
              <a:off x="9664" y="4673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F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 rot="16200000">
              <a:off x="5347" y="4673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D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pic>
          <p:nvPicPr>
            <p:cNvPr id="10" name="图片 9" descr="1"/>
            <p:cNvPicPr>
              <a:picLocks noChangeAspect="1"/>
            </p:cNvPicPr>
            <p:nvPr/>
          </p:nvPicPr>
          <p:blipFill>
            <a:blip r:embed="rId1"/>
            <a:srcRect l="53330" r="4721"/>
            <a:stretch>
              <a:fillRect/>
            </a:stretch>
          </p:blipFill>
          <p:spPr>
            <a:xfrm rot="16200000">
              <a:off x="5230" y="-3928"/>
              <a:ext cx="4633" cy="12658"/>
            </a:xfrm>
            <a:prstGeom prst="rect">
              <a:avLst/>
            </a:prstGeom>
          </p:spPr>
        </p:pic>
      </p:grp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695960" y="46355"/>
            <a:ext cx="7504430" cy="6835775"/>
            <a:chOff x="1096" y="73"/>
            <a:chExt cx="11818" cy="10765"/>
          </a:xfrm>
        </p:grpSpPr>
        <p:pic>
          <p:nvPicPr>
            <p:cNvPr id="2" name="图片 1" descr="Layout 3"/>
            <p:cNvPicPr>
              <a:picLocks noChangeAspect="1"/>
            </p:cNvPicPr>
            <p:nvPr/>
          </p:nvPicPr>
          <p:blipFill>
            <a:blip r:embed="rId1"/>
            <a:srcRect r="47751"/>
            <a:stretch>
              <a:fillRect/>
            </a:stretch>
          </p:blipFill>
          <p:spPr>
            <a:xfrm rot="16200000">
              <a:off x="4331" y="2047"/>
              <a:ext cx="5611" cy="1155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 rot="16200000">
              <a:off x="1030" y="102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A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 rot="16200000">
              <a:off x="9133" y="102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E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 rot="16200000">
              <a:off x="5081" y="10242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C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 rot="16200000">
              <a:off x="1030" y="4269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B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 rot="16200000">
              <a:off x="9137" y="4269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F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 rot="16200000">
              <a:off x="5081" y="4269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D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pic>
          <p:nvPicPr>
            <p:cNvPr id="3" name="图片 2" descr="Layout 3"/>
            <p:cNvPicPr>
              <a:picLocks noChangeAspect="1"/>
            </p:cNvPicPr>
            <p:nvPr/>
          </p:nvPicPr>
          <p:blipFill>
            <a:blip r:embed="rId1"/>
            <a:srcRect l="56327" r="4004"/>
            <a:stretch>
              <a:fillRect/>
            </a:stretch>
          </p:blipFill>
          <p:spPr>
            <a:xfrm rot="16200000">
              <a:off x="5007" y="-3574"/>
              <a:ext cx="4260" cy="11554"/>
            </a:xfrm>
            <a:prstGeom prst="rect">
              <a:avLst/>
            </a:prstGeom>
          </p:spPr>
        </p:pic>
      </p:grp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1603375" y="2372995"/>
            <a:ext cx="6241415" cy="387985"/>
            <a:chOff x="2277" y="3096"/>
            <a:chExt cx="9829" cy="611"/>
          </a:xfrm>
        </p:grpSpPr>
        <p:cxnSp>
          <p:nvCxnSpPr>
            <p:cNvPr id="38" name="直接连接符 37"/>
            <p:cNvCxnSpPr/>
            <p:nvPr/>
          </p:nvCxnSpPr>
          <p:spPr>
            <a:xfrm>
              <a:off x="3063" y="3377"/>
              <a:ext cx="8447" cy="7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>
              <p:custDataLst>
                <p:tags r:id="rId1"/>
              </p:custDataLst>
            </p:nvPr>
          </p:nvSpPr>
          <p:spPr>
            <a:xfrm>
              <a:off x="2277" y="3096"/>
              <a:ext cx="1223" cy="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微软雅黑" charset="0"/>
                  <a:ea typeface="微软雅黑" charset="0"/>
                </a:rPr>
                <a:t>GST</a:t>
              </a:r>
              <a:endParaRPr lang="en-US" altLang="zh-CN">
                <a:solidFill>
                  <a:schemeClr val="tx1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48" name="矩形 47"/>
            <p:cNvSpPr/>
            <p:nvPr>
              <p:custDataLst>
                <p:tags r:id="rId2"/>
              </p:custDataLst>
            </p:nvPr>
          </p:nvSpPr>
          <p:spPr>
            <a:xfrm>
              <a:off x="4179" y="3102"/>
              <a:ext cx="2213" cy="6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LgBit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3"/>
              </p:custDataLst>
            </p:nvPr>
          </p:nvSpPr>
          <p:spPr>
            <a:xfrm>
              <a:off x="10542" y="3101"/>
              <a:ext cx="1564" cy="6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His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4"/>
              </p:custDataLst>
            </p:nvPr>
          </p:nvSpPr>
          <p:spPr>
            <a:xfrm>
              <a:off x="7071" y="3102"/>
              <a:ext cx="2792" cy="60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preS_87-114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03375" y="3518535"/>
            <a:ext cx="4039235" cy="394970"/>
            <a:chOff x="2277" y="4234"/>
            <a:chExt cx="6361" cy="622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3063" y="4545"/>
              <a:ext cx="4932" cy="7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>
              <a:off x="2277" y="4234"/>
              <a:ext cx="1223" cy="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微软雅黑" charset="0"/>
                  <a:ea typeface="微软雅黑" charset="0"/>
                </a:rPr>
                <a:t>GST</a:t>
              </a:r>
              <a:endParaRPr lang="en-US" altLang="zh-CN">
                <a:solidFill>
                  <a:schemeClr val="tx1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6"/>
              </p:custDataLst>
            </p:nvPr>
          </p:nvSpPr>
          <p:spPr>
            <a:xfrm>
              <a:off x="7074" y="4234"/>
              <a:ext cx="1564" cy="6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His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7"/>
              </p:custDataLst>
            </p:nvPr>
          </p:nvSpPr>
          <p:spPr>
            <a:xfrm>
              <a:off x="4179" y="4251"/>
              <a:ext cx="2211" cy="6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微软雅黑" charset="0"/>
                  <a:ea typeface="微软雅黑" charset="0"/>
                </a:rPr>
                <a:t>LgB</a:t>
              </a:r>
              <a:r>
                <a:rPr lang="en-US" altLang="zh-CN">
                  <a:latin typeface="微软雅黑" charset="0"/>
                  <a:ea typeface="微软雅黑" charset="0"/>
                </a:rPr>
                <a:t>it</a:t>
              </a:r>
              <a:endParaRPr lang="en-US" altLang="zh-CN"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085215" y="2355850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</a:rPr>
              <a:t>6:</a:t>
            </a:r>
            <a:endParaRPr lang="en-US" altLang="zh-CN" sz="2000">
              <a:latin typeface="Arial" panose="020B0604020202090204" pitchFamily="34" charset="0"/>
              <a:ea typeface="微软雅黑" charset="0"/>
              <a:cs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5215" y="3521075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</a:rPr>
              <a:t>7:</a:t>
            </a:r>
            <a:endParaRPr lang="en-US" altLang="zh-CN" sz="2000">
              <a:latin typeface="Arial" panose="020B0604020202090204" pitchFamily="34" charset="0"/>
              <a:ea typeface="微软雅黑" charset="0"/>
              <a:cs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75955" y="2376805"/>
            <a:ext cx="162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b="1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  <a:sym typeface="+mn-ea"/>
              </a:rPr>
              <a:t>49.78 kDa</a:t>
            </a:r>
            <a:endParaRPr lang="en-US" altLang="zh-CN" b="1">
              <a:latin typeface="Arial" panose="020B0604020202090204" pitchFamily="34" charset="0"/>
              <a:ea typeface="微软雅黑" charset="0"/>
              <a:cs typeface="Arial" panose="020B060402020209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76950" y="3529330"/>
            <a:ext cx="162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b="1">
                <a:latin typeface="Arial" panose="020B0604020202090204" pitchFamily="34" charset="0"/>
                <a:ea typeface="微软雅黑" charset="0"/>
                <a:cs typeface="Arial" panose="020B0604020202090204" pitchFamily="34" charset="0"/>
                <a:sym typeface="+mn-ea"/>
              </a:rPr>
              <a:t>45.64 kDa</a:t>
            </a:r>
            <a:endParaRPr lang="en-US" altLang="zh-CN" b="1">
              <a:latin typeface="Arial" panose="020B0604020202090204" pitchFamily="34" charset="0"/>
              <a:ea typeface="微软雅黑" charset="0"/>
              <a:cs typeface="Arial" panose="020B0604020202090204" pitchFamily="34" charset="0"/>
              <a:sym typeface="+mn-ea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2597785" y="2171065"/>
            <a:ext cx="0" cy="37592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212340" y="1791335"/>
            <a:ext cx="1128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PPase</a:t>
            </a:r>
            <a:endParaRPr lang="en-US" altLang="zh-CN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2597785" y="3336290"/>
            <a:ext cx="0" cy="37592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212340" y="2958465"/>
            <a:ext cx="1128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PPase</a:t>
            </a:r>
            <a:endParaRPr lang="en-US" altLang="zh-CN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1225550" y="125730"/>
            <a:ext cx="8548370" cy="6695440"/>
            <a:chOff x="1930" y="198"/>
            <a:chExt cx="13462" cy="10544"/>
          </a:xfrm>
        </p:grpSpPr>
        <p:pic>
          <p:nvPicPr>
            <p:cNvPr id="2" name="图片 1" descr="截屏2026-05-19 23.27.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58" y="494"/>
              <a:ext cx="4810" cy="4989"/>
            </a:xfrm>
            <a:prstGeom prst="rect">
              <a:avLst/>
            </a:prstGeom>
          </p:spPr>
        </p:pic>
        <p:pic>
          <p:nvPicPr>
            <p:cNvPr id="3" name="图片 2" descr="20260414 LJQ007 Q 5ml"/>
            <p:cNvPicPr>
              <a:picLocks noChangeAspect="1"/>
            </p:cNvPicPr>
            <p:nvPr/>
          </p:nvPicPr>
          <p:blipFill>
            <a:blip r:embed="rId2"/>
            <a:srcRect r="60078" b="21310"/>
            <a:stretch>
              <a:fillRect/>
            </a:stretch>
          </p:blipFill>
          <p:spPr>
            <a:xfrm>
              <a:off x="3058" y="5754"/>
              <a:ext cx="7958" cy="4989"/>
            </a:xfrm>
            <a:prstGeom prst="rect">
              <a:avLst/>
            </a:prstGeom>
          </p:spPr>
        </p:pic>
        <p:pic>
          <p:nvPicPr>
            <p:cNvPr id="4" name="图片 3" descr="截屏2026-05-19 23.34.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8" y="494"/>
              <a:ext cx="5785" cy="4989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930" y="198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A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945" y="198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B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930" y="5483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C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823595" y="1713865"/>
            <a:ext cx="10505440" cy="3396615"/>
            <a:chOff x="1297" y="2699"/>
            <a:chExt cx="16544" cy="5349"/>
          </a:xfrm>
        </p:grpSpPr>
        <p:pic>
          <p:nvPicPr>
            <p:cNvPr id="2" name="图片 1" descr="截屏2026-05-19 23.43.26"/>
            <p:cNvPicPr>
              <a:picLocks noChangeAspect="1"/>
            </p:cNvPicPr>
            <p:nvPr/>
          </p:nvPicPr>
          <p:blipFill>
            <a:blip r:embed="rId1"/>
            <a:srcRect t="4892"/>
            <a:stretch>
              <a:fillRect/>
            </a:stretch>
          </p:blipFill>
          <p:spPr>
            <a:xfrm>
              <a:off x="1960" y="3230"/>
              <a:ext cx="8124" cy="4819"/>
            </a:xfrm>
            <a:prstGeom prst="rect">
              <a:avLst/>
            </a:prstGeom>
          </p:spPr>
        </p:pic>
        <p:pic>
          <p:nvPicPr>
            <p:cNvPr id="3" name="图片 2" descr="截屏2026-05-19 23.43.32"/>
            <p:cNvPicPr>
              <a:picLocks noChangeAspect="1"/>
            </p:cNvPicPr>
            <p:nvPr/>
          </p:nvPicPr>
          <p:blipFill>
            <a:blip r:embed="rId2"/>
            <a:srcRect t="2760"/>
            <a:stretch>
              <a:fillRect/>
            </a:stretch>
          </p:blipFill>
          <p:spPr>
            <a:xfrm>
              <a:off x="11073" y="3230"/>
              <a:ext cx="6768" cy="4819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297" y="2699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A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555" y="2699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B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823595" y="80010"/>
            <a:ext cx="6661785" cy="6710680"/>
            <a:chOff x="1297" y="126"/>
            <a:chExt cx="10491" cy="10568"/>
          </a:xfrm>
        </p:grpSpPr>
        <p:pic>
          <p:nvPicPr>
            <p:cNvPr id="3" name="图片 2" descr="截屏2026-05-19 23.53.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38" y="587"/>
              <a:ext cx="9751" cy="4826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297" y="126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A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297" y="5319"/>
              <a:ext cx="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PingFang SC Semibold" panose="020B0400000000000000" charset="-122"/>
                  <a:ea typeface="PingFang SC Semibold" panose="020B0400000000000000" charset="-122"/>
                </a:rPr>
                <a:t>B</a:t>
              </a:r>
              <a:endParaRPr lang="en-US" altLang="zh-CN" sz="1600" b="1"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pic>
          <p:nvPicPr>
            <p:cNvPr id="4" name="图片 3" descr="截屏2026-05-19 23.54.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8" y="5764"/>
              <a:ext cx="9638" cy="493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11250930" y="5944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5-20 00.00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0" y="374650"/>
            <a:ext cx="6921500" cy="6108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6-05-20 00.04.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950" y="1593850"/>
            <a:ext cx="6388100" cy="3670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</Words>
  <Application>WPS 演示</Application>
  <PresentationFormat>宽屏</PresentationFormat>
  <Paragraphs>207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微软雅黑</vt:lpstr>
      <vt:lpstr>汉仪旗黑</vt:lpstr>
      <vt:lpstr>Bangla Sangam MN Regular</vt:lpstr>
      <vt:lpstr>PingFang SC Semibold</vt:lpstr>
      <vt:lpstr>Times New Roman</vt:lpstr>
      <vt:lpstr>苹方-简</vt:lpstr>
      <vt:lpstr>微软雅黑</vt:lpstr>
      <vt:lpstr>汉仪书宋二KW</vt:lpstr>
      <vt:lpstr>宋体</vt:lpstr>
      <vt:lpstr>Arial Unicode MS</vt:lpstr>
      <vt:lpstr>宋体-简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芝士</cp:lastModifiedBy>
  <cp:revision>185</cp:revision>
  <dcterms:created xsi:type="dcterms:W3CDTF">2026-05-28T15:16:56Z</dcterms:created>
  <dcterms:modified xsi:type="dcterms:W3CDTF">2026-05-28T15:16:56Z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B1E075D3455CFB9AB59F066A6BA56384_41</vt:lpwstr>
  </property>
</Properties>
</file>